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79" r:id="rId2"/>
  </p:sldMasterIdLst>
  <p:sldIdLst>
    <p:sldId id="257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72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4EB91-2E12-4A97-997A-60FFCC33D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D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692B27-4AE2-41C8-9BCE-D800E7F23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20A37D-FC77-4621-A4EC-3B81F562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6CCE30-820D-4B95-A8D3-94E659831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F9E0C3-CF29-44D1-8083-78E04AC0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34807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711DB-F755-4765-BC34-3B32CF6F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BE829F-3BC6-4AEF-B03F-B5B935BD0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F2206F-8EF6-4947-9745-CBD33E5C9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808C6C-1A48-47DB-A770-AD47D1D8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A6FBF5-5C0C-471D-B986-A5CB053A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6103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0D390-FED5-424A-8281-465994CA8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268403-9DEC-42E9-9C7D-7310F0623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E6FD0C-DD09-4695-8977-DBE7989A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A7DE09-3487-4513-BA08-2B7102156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CAF940-DF1D-44C1-B57A-2BAD012D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165389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569D3-C7A8-4F50-8BCD-165453BA5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F8B53F-60FD-417B-AC70-1B12823861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D004CA-A039-4FD3-86CC-699AC9865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012C2D-DC3A-4430-B006-CCB051AF5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76AB33-22BD-4E8D-92A8-EC03E3374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817BE8-AFED-4491-AA5E-74100D5ED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327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1A8D4-3850-4EF3-AEFA-1C0F82134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3F9BA6-CF3F-4DC2-AA07-CD1646A70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C395B1-256D-4121-89AA-428368B84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125DFF3-9B11-4363-97C3-D1D93BF0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E1552BC-FE28-4A2B-9CA5-5D22F539B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1B2751F-8387-47A6-BEF5-66CBCC282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A318CDE-F8AB-4079-9359-8CB593A1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A268172-5472-4CEF-B3FB-0A5977FB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261459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461DE-B172-4324-AF2B-A5A89A7D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30B0CC-D593-4A07-99C4-4022EEDB3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2D65562-5A63-4AEA-8BA6-ED8D66CAC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6664D6-F2AE-4F56-B820-D0E91496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9921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5EBE64-AD53-48EB-B163-82EDD2B2A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4FBE285-64BE-4231-8019-46378F8B3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CDD714-26FC-4843-AFDA-3BC85D95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4735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1B005-1DE8-4C19-ADD8-6EE2E1EFB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2B76A2-B1BA-452F-BF80-EEEADD4F3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4530B2-DCDD-465B-A96B-8385F7DF1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50F191-9C61-4F14-9BC2-E2D42340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0BB4C6-2807-4F09-9E91-0F2B8939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465DC2-6423-4C03-A0D0-F4F266A3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3000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FE87B-77DB-4742-B3D6-68BC51D7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FD0159B-9BC1-4668-A649-2B5B6944A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D070C6-6E26-4C7B-87AE-A43F99B3C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74CAFF-1D1E-4FFB-B3E5-B0A34D059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6073CA-8B3B-43D2-920F-9243FD01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9E799A-F809-4DC3-BCDC-FF7B8B11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126894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94B4E-7580-469D-882D-761B0B50E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BDD7BB-C529-4F83-9E57-9C03244E1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66B8C2-A473-4F26-BF9C-738DB0B3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CD2DD5-8941-4667-8DCA-08B88981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431671-FAD4-45DF-BDD0-857B5572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1788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D970D5-569A-4F16-8F2F-D22B88B7F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EF8F10-B96F-483C-BC8F-193F82F31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652D0C-DCC1-40B4-8A1F-8E2BC3AD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A0B6A8-D5AA-411C-B354-7C3783763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AF0435-9F3B-44DE-AF60-2D09D66D5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64201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D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D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D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957CEFD-AD1A-4E2D-90D0-A9A68DFA10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D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22754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D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endParaRPr lang="es-DO"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400" b="0" u="none" strike="noStrike" smtClean="0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el estilo de título del patrón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lvl="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 smtClean="0">
                <a:solidFill>
                  <a:schemeClr val="dk1"/>
                </a:solidFill>
                <a:effectLst/>
                <a:uFillTx/>
                <a:latin typeface="Calibri"/>
              </a:rPr>
              <a:t>Editar el estilo de texto del patrón</a:t>
            </a:r>
          </a:p>
          <a:p>
            <a:pPr marL="343080" lvl="1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 smtClean="0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</a:p>
          <a:p>
            <a:pPr marL="343080" lvl="2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 smtClean="0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</a:p>
          <a:p>
            <a:pPr marL="343080" lvl="3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 smtClean="0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</a:p>
          <a:p>
            <a:pPr marL="343080" lvl="4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 smtClean="0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432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5EBE64-AD53-48EB-B163-82EDD2B2A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4FBE285-64BE-4231-8019-46378F8B3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CDD714-26FC-4843-AFDA-3BC85D95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23631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3DD8E9-6452-49EB-B6BD-99798A8F7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4CEA81-30BC-4163-8835-5565F2F3A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08B0ED-D486-4D81-81CA-79B2B1202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F422E-2574-49D2-B1FC-7CD9AC79A32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85D30E-914D-410E-8090-5DB0DA895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6D81C1-66CA-46E1-9A6E-986EBA4B7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16FDB-90DD-4881-BFDD-C583E79AFD16}" type="slidenum">
              <a:rPr lang="es-DO" smtClean="0"/>
              <a:t>‹Nº›</a:t>
            </a:fld>
            <a:endParaRPr lang="es-D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85EAB9D-1EC8-4FFE-BF0A-E74AAAA8E6A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3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85EAB9D-1EC8-4FFE-BF0A-E74AAAA8E6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4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DCF7BFF-7423-4DF8-8B7E-C3196D385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2"/>
            <a:ext cx="12192000" cy="684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0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640080" y="3044646"/>
            <a:ext cx="1092636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4400" b="1" u="none" strike="noStrike">
                <a:effectLst/>
                <a:uFillTx/>
                <a:latin typeface="Aptos Display"/>
              </a:rPr>
              <a:t>INTELIGENCIA</a:t>
            </a:r>
            <a:endParaRPr lang="es-DO" sz="4400" b="0" u="none" strike="noStrike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4619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640080" y="3075424"/>
            <a:ext cx="1092636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4000" b="1" u="none" strike="noStrike">
                <a:effectLst/>
                <a:uFillTx/>
                <a:latin typeface="Aptos Display"/>
              </a:rPr>
              <a:t>¿Qué es la inteligencia?</a:t>
            </a:r>
            <a:endParaRPr lang="es-DO" sz="4000" b="0" u="none" strike="noStrike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827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640080" y="2116187"/>
            <a:ext cx="10926360" cy="26249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 dirty="0">
                <a:effectLst/>
                <a:uFillTx/>
                <a:latin typeface="Aptos Display"/>
              </a:rPr>
              <a:t>WECHSLER</a:t>
            </a:r>
            <a:endParaRPr lang="es-DO" sz="3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endParaRPr lang="es-DO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 dirty="0">
                <a:effectLst/>
                <a:uFillTx/>
                <a:latin typeface="Aptos Display"/>
              </a:rPr>
              <a:t>GARDNER</a:t>
            </a:r>
            <a:endParaRPr lang="es-DO" sz="3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endParaRPr lang="es-DO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 dirty="0">
                <a:effectLst/>
                <a:uFillTx/>
                <a:latin typeface="Aptos Display"/>
              </a:rPr>
              <a:t>STERNBERG</a:t>
            </a:r>
            <a:endParaRPr lang="es-DO" sz="34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476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640080" y="2495778"/>
            <a:ext cx="10926360" cy="18657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 dirty="0">
                <a:effectLst/>
                <a:uFillTx/>
                <a:latin typeface="Aptos Display"/>
              </a:rPr>
              <a:t>¿</a:t>
            </a:r>
            <a:r>
              <a:rPr lang="en-US" sz="3400" b="1" u="none" strike="noStrike" dirty="0" err="1">
                <a:effectLst/>
                <a:uFillTx/>
                <a:latin typeface="Aptos Display"/>
              </a:rPr>
              <a:t>Cómo</a:t>
            </a:r>
            <a:r>
              <a:rPr lang="en-US" sz="34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400" b="1" u="none" strike="noStrike" dirty="0" err="1">
                <a:effectLst/>
                <a:uFillTx/>
                <a:latin typeface="Aptos Display"/>
              </a:rPr>
              <a:t>podemos</a:t>
            </a:r>
            <a:r>
              <a:rPr lang="en-US" sz="34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400" b="1" u="none" strike="noStrike" dirty="0" err="1">
                <a:effectLst/>
                <a:uFillTx/>
                <a:latin typeface="Aptos Display"/>
              </a:rPr>
              <a:t>replicar</a:t>
            </a:r>
            <a:r>
              <a:rPr lang="en-US" sz="34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400" b="1" u="none" strike="noStrike" dirty="0" err="1">
                <a:effectLst/>
                <a:uFillTx/>
                <a:latin typeface="Aptos Display"/>
              </a:rPr>
              <a:t>algo</a:t>
            </a:r>
            <a:endParaRPr lang="es-DO" sz="3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 dirty="0">
                <a:effectLst/>
                <a:uFillTx/>
                <a:latin typeface="Aptos Display"/>
              </a:rPr>
              <a:t>que </a:t>
            </a:r>
            <a:r>
              <a:rPr lang="en-US" sz="3400" b="1" u="none" strike="noStrike" dirty="0" err="1">
                <a:effectLst/>
                <a:uFillTx/>
                <a:latin typeface="Aptos Display"/>
              </a:rPr>
              <a:t>todavía</a:t>
            </a:r>
            <a:r>
              <a:rPr lang="en-US" sz="34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400" b="1" u="none" strike="noStrike" dirty="0" err="1">
                <a:effectLst/>
                <a:uFillTx/>
                <a:latin typeface="Aptos Display"/>
              </a:rPr>
              <a:t>seguimos</a:t>
            </a:r>
            <a:endParaRPr lang="es-DO" sz="3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 dirty="0" err="1">
                <a:effectLst/>
                <a:uFillTx/>
                <a:latin typeface="Aptos Display"/>
              </a:rPr>
              <a:t>intentando</a:t>
            </a:r>
            <a:r>
              <a:rPr lang="en-US" sz="34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400" b="1" u="none" strike="noStrike" dirty="0" err="1">
                <a:effectLst/>
                <a:uFillTx/>
                <a:latin typeface="Aptos Display"/>
              </a:rPr>
              <a:t>comprender</a:t>
            </a:r>
            <a:r>
              <a:rPr lang="en-US" sz="3400" b="1" u="none" strike="noStrike" dirty="0">
                <a:effectLst/>
                <a:uFillTx/>
                <a:latin typeface="Aptos Display"/>
              </a:rPr>
              <a:t>?</a:t>
            </a:r>
            <a:endParaRPr lang="es-DO" sz="34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191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640080" y="3044646"/>
            <a:ext cx="1092636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4400" b="1" u="none" strike="noStrike" dirty="0">
                <a:effectLst/>
                <a:uFillTx/>
                <a:latin typeface="Aptos Display"/>
              </a:rPr>
              <a:t>CAPACIDAD</a:t>
            </a:r>
            <a:endParaRPr lang="es-DO" sz="44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698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640080" y="1459597"/>
            <a:ext cx="10926360" cy="3938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VER</a:t>
            </a:r>
            <a:endParaRPr lang="es-DO" sz="30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LEER</a:t>
            </a:r>
            <a:endParaRPr lang="es-DO" sz="30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ESCUCHAR</a:t>
            </a:r>
            <a:endParaRPr lang="es-DO" sz="30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ESCRIBIR</a:t>
            </a:r>
            <a:endParaRPr lang="es-DO" sz="30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OBSERVAR</a:t>
            </a:r>
            <a:endParaRPr lang="es-DO" sz="30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PREDECIR</a:t>
            </a:r>
            <a:endParaRPr lang="es-DO" sz="30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ACTUAR</a:t>
            </a:r>
            <a:endParaRPr lang="es-DO" sz="30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858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640080" y="-104934"/>
            <a:ext cx="10926360" cy="706714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 dirty="0">
                <a:effectLst/>
                <a:uFillTx/>
                <a:latin typeface="Aptos Display"/>
              </a:rPr>
              <a:t>Word</a:t>
            </a:r>
            <a:endParaRPr lang="es-DO" sz="2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 dirty="0">
                <a:effectLst/>
                <a:uFillTx/>
                <a:latin typeface="Aptos Display"/>
              </a:rPr>
              <a:t>↓</a:t>
            </a:r>
            <a:endParaRPr lang="es-DO" sz="2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 dirty="0">
                <a:effectLst/>
                <a:uFillTx/>
                <a:latin typeface="Aptos Display"/>
              </a:rPr>
              <a:t>Amazon</a:t>
            </a:r>
            <a:endParaRPr lang="es-DO" sz="2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 dirty="0">
                <a:effectLst/>
                <a:uFillTx/>
                <a:latin typeface="Aptos Display"/>
              </a:rPr>
              <a:t>↓</a:t>
            </a:r>
            <a:endParaRPr lang="es-DO" sz="2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 dirty="0">
                <a:effectLst/>
                <a:uFillTx/>
                <a:latin typeface="Aptos Display"/>
              </a:rPr>
              <a:t>Spotify</a:t>
            </a:r>
            <a:endParaRPr lang="es-DO" sz="2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 dirty="0">
                <a:effectLst/>
                <a:uFillTx/>
                <a:latin typeface="Aptos Display"/>
              </a:rPr>
              <a:t>↓</a:t>
            </a:r>
            <a:endParaRPr lang="es-DO" sz="2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 dirty="0">
                <a:effectLst/>
                <a:uFillTx/>
                <a:latin typeface="Aptos Display"/>
              </a:rPr>
              <a:t>Netflix</a:t>
            </a:r>
            <a:endParaRPr lang="es-DO" sz="2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 dirty="0">
                <a:effectLst/>
                <a:uFillTx/>
                <a:latin typeface="Aptos Display"/>
              </a:rPr>
              <a:t>↓</a:t>
            </a:r>
            <a:endParaRPr lang="es-DO" sz="2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 dirty="0">
                <a:effectLst/>
                <a:uFillTx/>
                <a:latin typeface="Aptos Display"/>
              </a:rPr>
              <a:t>Google</a:t>
            </a:r>
            <a:endParaRPr lang="es-DO" sz="2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 dirty="0">
                <a:effectLst/>
                <a:uFillTx/>
                <a:latin typeface="Aptos Display"/>
              </a:rPr>
              <a:t>↓</a:t>
            </a:r>
            <a:endParaRPr lang="es-DO" sz="2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 dirty="0">
                <a:effectLst/>
                <a:uFillTx/>
                <a:latin typeface="Aptos Display"/>
              </a:rPr>
              <a:t>Waze</a:t>
            </a:r>
            <a:endParaRPr lang="es-DO" sz="2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 dirty="0">
                <a:effectLst/>
                <a:uFillTx/>
                <a:latin typeface="Aptos Display"/>
              </a:rPr>
              <a:t>↓</a:t>
            </a:r>
            <a:endParaRPr lang="es-DO" sz="2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 dirty="0" err="1">
                <a:effectLst/>
                <a:uFillTx/>
                <a:latin typeface="Aptos Display"/>
              </a:rPr>
              <a:t>ChatGPT</a:t>
            </a:r>
            <a:endParaRPr lang="es-DO" sz="2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 dirty="0">
                <a:effectLst/>
                <a:uFillTx/>
                <a:latin typeface="Aptos Display"/>
              </a:rPr>
              <a:t>↓</a:t>
            </a:r>
            <a:endParaRPr lang="es-DO" sz="24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2400" b="1" u="none" strike="noStrike" dirty="0" err="1">
                <a:effectLst/>
                <a:uFillTx/>
                <a:latin typeface="Aptos Display"/>
              </a:rPr>
              <a:t>Agentes</a:t>
            </a:r>
            <a:endParaRPr lang="es-DO" sz="24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12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640080" y="2747129"/>
            <a:ext cx="10926360" cy="13630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800" b="1" u="none" strike="noStrike" dirty="0">
                <a:effectLst/>
                <a:uFillTx/>
                <a:latin typeface="Aptos Display"/>
              </a:rPr>
              <a:t>No </a:t>
            </a:r>
            <a:r>
              <a:rPr lang="en-US" sz="3800" b="1" u="none" strike="noStrike" dirty="0" err="1">
                <a:effectLst/>
                <a:uFillTx/>
                <a:latin typeface="Aptos Display"/>
              </a:rPr>
              <a:t>empezamos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800" b="1" u="none" strike="noStrike" dirty="0" err="1">
                <a:effectLst/>
                <a:uFillTx/>
                <a:latin typeface="Aptos Display"/>
              </a:rPr>
              <a:t>delegando</a:t>
            </a:r>
            <a:endParaRPr lang="es-DO" sz="38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800" b="1" u="none" strike="noStrike" dirty="0" err="1">
                <a:effectLst/>
                <a:uFillTx/>
                <a:latin typeface="Aptos Display"/>
              </a:rPr>
              <a:t>decisiones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800" b="1" u="none" strike="noStrike" dirty="0" err="1">
                <a:effectLst/>
                <a:uFillTx/>
                <a:latin typeface="Aptos Display"/>
              </a:rPr>
              <a:t>importantes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.</a:t>
            </a:r>
            <a:endParaRPr lang="es-DO" sz="38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668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640080" y="2747129"/>
            <a:ext cx="10926360" cy="13630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800" b="1" u="none" strike="noStrike" dirty="0" err="1">
                <a:effectLst/>
                <a:uFillTx/>
                <a:latin typeface="Aptos Display"/>
              </a:rPr>
              <a:t>Empezamos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800" b="1" u="none" strike="noStrike" dirty="0" err="1">
                <a:effectLst/>
                <a:uFillTx/>
                <a:latin typeface="Aptos Display"/>
              </a:rPr>
              <a:t>delegando</a:t>
            </a:r>
            <a:endParaRPr lang="es-DO" sz="38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800" b="1" u="none" strike="noStrike" dirty="0" err="1">
                <a:effectLst/>
                <a:uFillTx/>
                <a:latin typeface="Aptos Display"/>
              </a:rPr>
              <a:t>pequeñas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800" b="1" u="none" strike="noStrike" dirty="0" err="1">
                <a:effectLst/>
                <a:uFillTx/>
                <a:latin typeface="Aptos Display"/>
              </a:rPr>
              <a:t>decisiones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.</a:t>
            </a:r>
            <a:endParaRPr lang="es-DO" sz="38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982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640080" y="3044646"/>
            <a:ext cx="1092636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4400" b="1" u="none" strike="noStrike" dirty="0">
                <a:effectLst/>
                <a:uFillTx/>
                <a:latin typeface="Aptos Display"/>
              </a:rPr>
              <a:t>CONFIANZA</a:t>
            </a:r>
            <a:endParaRPr lang="es-DO" sz="44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582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640080" y="2413440"/>
            <a:ext cx="10926360" cy="203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800" b="1" u="none" strike="noStrike" dirty="0">
                <a:effectLst/>
                <a:uFillTx/>
                <a:latin typeface="Aptos Display"/>
              </a:rPr>
              <a:t>Hay que </a:t>
            </a:r>
            <a:r>
              <a:rPr lang="en-US" sz="3800" b="1" u="none" strike="noStrike" dirty="0" err="1">
                <a:effectLst/>
                <a:uFillTx/>
                <a:latin typeface="Aptos Display"/>
              </a:rPr>
              <a:t>confiar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…</a:t>
            </a:r>
            <a:endParaRPr lang="es-DO" sz="38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endParaRPr lang="es-DO" sz="38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800" b="1" u="none" strike="noStrike" dirty="0" err="1">
                <a:effectLst/>
                <a:uFillTx/>
                <a:latin typeface="Aptos Display"/>
              </a:rPr>
              <a:t>Porque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800" b="1" u="none" strike="noStrike" dirty="0" err="1">
                <a:effectLst/>
                <a:uFillTx/>
                <a:latin typeface="Aptos Display"/>
              </a:rPr>
              <a:t>si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 no </a:t>
            </a:r>
            <a:r>
              <a:rPr lang="en-US" sz="3800" b="1" u="none" strike="noStrike" dirty="0" err="1">
                <a:effectLst/>
                <a:uFillTx/>
                <a:latin typeface="Aptos Display"/>
              </a:rPr>
              <a:t>confías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, no hay </a:t>
            </a:r>
            <a:r>
              <a:rPr lang="en-US" sz="3800" b="1" u="none" strike="noStrike" dirty="0" err="1">
                <a:effectLst/>
                <a:uFillTx/>
                <a:latin typeface="Aptos Display"/>
              </a:rPr>
              <a:t>confianza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.</a:t>
            </a:r>
            <a:endParaRPr lang="es-DO" sz="38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864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640080" y="2967702"/>
            <a:ext cx="1092636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5400" b="1" u="none" strike="noStrike" dirty="0">
                <a:effectLst/>
                <a:uFillTx/>
                <a:latin typeface="Aptos Display"/>
              </a:rPr>
              <a:t>ALEX</a:t>
            </a:r>
            <a:endParaRPr lang="es-DO" sz="54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792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640080" y="3044646"/>
            <a:ext cx="1092636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4400" b="1" u="none" strike="noStrike" dirty="0">
                <a:effectLst/>
                <a:uFillTx/>
                <a:latin typeface="Aptos Display"/>
              </a:rPr>
              <a:t>¿LO CONTRATARÍAS?</a:t>
            </a:r>
            <a:endParaRPr lang="es-DO" sz="44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682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640080" y="2967702"/>
            <a:ext cx="1092636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5400" b="1" u="none" strike="noStrike" dirty="0">
                <a:effectLst/>
                <a:uFillTx/>
                <a:latin typeface="Aptos Display"/>
              </a:rPr>
              <a:t>ALEX = IA</a:t>
            </a:r>
            <a:endParaRPr lang="es-DO" sz="54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475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640080" y="3044646"/>
            <a:ext cx="1092636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4400" b="1" u="none" strike="noStrike" dirty="0">
                <a:effectLst/>
                <a:uFillTx/>
                <a:latin typeface="Aptos Display"/>
              </a:rPr>
              <a:t>CUESTIONAR</a:t>
            </a:r>
            <a:endParaRPr lang="es-DO" sz="44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807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640080" y="3044646"/>
            <a:ext cx="1092636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4400" b="1" u="none" strike="noStrike" dirty="0">
                <a:effectLst/>
                <a:uFillTx/>
                <a:latin typeface="Aptos Display"/>
              </a:rPr>
              <a:t>DELEGAR</a:t>
            </a:r>
            <a:endParaRPr lang="es-DO" sz="4400" b="1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717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640080" y="895340"/>
            <a:ext cx="10926360" cy="506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INFORMAR</a:t>
            </a:r>
            <a:endParaRPr lang="es-DO" sz="30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↓</a:t>
            </a:r>
            <a:endParaRPr lang="es-DO" sz="30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ANALIZAR</a:t>
            </a:r>
            <a:endParaRPr lang="es-DO" sz="30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↓</a:t>
            </a:r>
            <a:endParaRPr lang="es-DO" sz="30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RECOMENDAR</a:t>
            </a:r>
            <a:endParaRPr lang="es-DO" sz="30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↓</a:t>
            </a:r>
            <a:endParaRPr lang="es-DO" sz="30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ACTUAR</a:t>
            </a:r>
            <a:endParaRPr lang="es-DO" sz="30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↓</a:t>
            </a:r>
            <a:endParaRPr lang="es-DO" sz="30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 dirty="0">
                <a:effectLst/>
                <a:uFillTx/>
                <a:latin typeface="Aptos Display"/>
              </a:rPr>
              <a:t>RESPONSABILIDAD</a:t>
            </a:r>
            <a:endParaRPr lang="es-DO" sz="30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984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640080" y="2747129"/>
            <a:ext cx="10926360" cy="13630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800" b="1" u="none" strike="noStrike" dirty="0">
                <a:effectLst/>
                <a:uFillTx/>
                <a:latin typeface="Aptos Display"/>
              </a:rPr>
              <a:t>¿</a:t>
            </a:r>
            <a:r>
              <a:rPr lang="en-US" sz="3800" b="1" u="none" strike="noStrike" dirty="0" err="1">
                <a:effectLst/>
                <a:uFillTx/>
                <a:latin typeface="Aptos Display"/>
              </a:rPr>
              <a:t>En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800" b="1" u="none" strike="noStrike" dirty="0" err="1">
                <a:effectLst/>
                <a:uFillTx/>
                <a:latin typeface="Aptos Display"/>
              </a:rPr>
              <a:t>qué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800" b="1" u="none" strike="noStrike" dirty="0" err="1">
                <a:effectLst/>
                <a:uFillTx/>
                <a:latin typeface="Aptos Display"/>
              </a:rPr>
              <a:t>peldaño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800" b="1" u="none" strike="noStrike" dirty="0" err="1">
                <a:effectLst/>
                <a:uFillTx/>
                <a:latin typeface="Aptos Display"/>
              </a:rPr>
              <a:t>está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 hoy</a:t>
            </a:r>
            <a:endParaRPr lang="es-DO" sz="38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800" b="1" u="none" strike="noStrike" dirty="0" err="1">
                <a:effectLst/>
                <a:uFillTx/>
                <a:latin typeface="Aptos Display"/>
              </a:rPr>
              <a:t>su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800" b="1" u="none" strike="noStrike" dirty="0" err="1">
                <a:effectLst/>
                <a:uFillTx/>
                <a:latin typeface="Aptos Display"/>
              </a:rPr>
              <a:t>organización</a:t>
            </a:r>
            <a:r>
              <a:rPr lang="en-US" sz="3800" b="1" u="none" strike="noStrike" dirty="0">
                <a:effectLst/>
                <a:uFillTx/>
                <a:latin typeface="Aptos Display"/>
              </a:rPr>
              <a:t>?</a:t>
            </a:r>
            <a:endParaRPr lang="es-DO" sz="38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273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640080" y="2967702"/>
            <a:ext cx="1092636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5400" b="1" u="none" strike="noStrike" dirty="0">
                <a:effectLst/>
                <a:uFillTx/>
                <a:latin typeface="Aptos Display"/>
              </a:rPr>
              <a:t>JUICIO</a:t>
            </a:r>
            <a:endParaRPr lang="es-DO" sz="54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6467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640080" y="3044646"/>
            <a:ext cx="1092636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4400" b="1" u="none" strike="noStrike" dirty="0">
                <a:effectLst/>
                <a:uFillTx/>
                <a:latin typeface="Aptos Display"/>
              </a:rPr>
              <a:t>RESPONSABILIDAD</a:t>
            </a:r>
            <a:endParaRPr lang="es-DO" sz="44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9892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640080" y="1716077"/>
            <a:ext cx="10926360" cy="3425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800" b="1" u="none" strike="noStrike" dirty="0">
                <a:effectLst/>
                <a:uFillTx/>
                <a:latin typeface="Aptos Display"/>
              </a:rPr>
              <a:t>OPERAR</a:t>
            </a:r>
            <a:endParaRPr lang="es-DO" sz="38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800" b="1" u="none" strike="noStrike" dirty="0">
                <a:effectLst/>
                <a:uFillTx/>
                <a:latin typeface="Aptos Display"/>
              </a:rPr>
              <a:t>↓</a:t>
            </a:r>
            <a:endParaRPr lang="es-DO" sz="38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800" b="1" u="none" strike="noStrike" dirty="0">
                <a:effectLst/>
                <a:uFillTx/>
                <a:latin typeface="Aptos Display"/>
              </a:rPr>
              <a:t>DESAFIAR</a:t>
            </a:r>
            <a:endParaRPr lang="es-DO" sz="38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800" b="1" u="none" strike="noStrike" dirty="0">
                <a:effectLst/>
                <a:uFillTx/>
                <a:latin typeface="Aptos Display"/>
              </a:rPr>
              <a:t>↓</a:t>
            </a:r>
            <a:endParaRPr lang="es-DO" sz="38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800" b="1" u="none" strike="noStrike" dirty="0">
                <a:effectLst/>
                <a:uFillTx/>
                <a:latin typeface="Aptos Display"/>
              </a:rPr>
              <a:t>EVALUAR</a:t>
            </a:r>
            <a:endParaRPr lang="es-DO" sz="38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512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640080" y="2054631"/>
            <a:ext cx="10926360" cy="27480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200" b="1" u="none" strike="noStrike" dirty="0">
                <a:effectLst/>
                <a:uFillTx/>
                <a:latin typeface="Aptos Display"/>
              </a:rPr>
              <a:t>CELULAR</a:t>
            </a:r>
            <a:endParaRPr lang="es-DO" sz="32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endParaRPr lang="es-DO" sz="18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200" b="1" u="none" strike="noStrike" dirty="0">
                <a:effectLst/>
                <a:uFillTx/>
                <a:latin typeface="Aptos Display"/>
              </a:rPr>
              <a:t>¿</a:t>
            </a:r>
            <a:r>
              <a:rPr lang="en-US" sz="3200" b="1" u="none" strike="noStrike" dirty="0" err="1">
                <a:effectLst/>
                <a:uFillTx/>
                <a:latin typeface="Aptos Display"/>
              </a:rPr>
              <a:t>Qué</a:t>
            </a:r>
            <a:r>
              <a:rPr lang="en-US" sz="32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200" b="1" u="none" strike="noStrike" dirty="0" err="1">
                <a:effectLst/>
                <a:uFillTx/>
                <a:latin typeface="Aptos Display"/>
              </a:rPr>
              <a:t>decisión</a:t>
            </a:r>
            <a:r>
              <a:rPr lang="en-US" sz="32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200" b="1" u="none" strike="noStrike" dirty="0" err="1">
                <a:effectLst/>
                <a:uFillTx/>
                <a:latin typeface="Aptos Display"/>
              </a:rPr>
              <a:t>nunca</a:t>
            </a:r>
            <a:r>
              <a:rPr lang="en-US" sz="32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200" b="1" u="none" strike="noStrike" dirty="0" err="1">
                <a:effectLst/>
                <a:uFillTx/>
                <a:latin typeface="Aptos Display"/>
              </a:rPr>
              <a:t>debería</a:t>
            </a:r>
            <a:endParaRPr lang="es-DO" sz="32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200" b="1" u="none" strike="noStrike" dirty="0" err="1">
                <a:effectLst/>
                <a:uFillTx/>
                <a:latin typeface="Aptos Display"/>
              </a:rPr>
              <a:t>delegar</a:t>
            </a:r>
            <a:r>
              <a:rPr lang="en-US" sz="3200" b="1" u="none" strike="noStrike" dirty="0">
                <a:effectLst/>
                <a:uFillTx/>
                <a:latin typeface="Aptos Display"/>
              </a:rPr>
              <a:t> </a:t>
            </a:r>
            <a:r>
              <a:rPr lang="en-US" sz="3200" b="1" u="none" strike="noStrike" dirty="0" err="1">
                <a:effectLst/>
                <a:uFillTx/>
                <a:latin typeface="Aptos Display"/>
              </a:rPr>
              <a:t>completamente</a:t>
            </a:r>
            <a:endParaRPr lang="es-DO" sz="3200" b="0" u="none" strike="noStrike" dirty="0"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3200" b="1" u="none" strike="noStrike" dirty="0">
                <a:effectLst/>
                <a:uFillTx/>
                <a:latin typeface="Aptos Display"/>
              </a:rPr>
              <a:t>a </a:t>
            </a:r>
            <a:r>
              <a:rPr lang="en-US" sz="3200" b="1" u="none" strike="noStrike" dirty="0" err="1">
                <a:effectLst/>
                <a:uFillTx/>
                <a:latin typeface="Aptos Display"/>
              </a:rPr>
              <a:t>una</a:t>
            </a:r>
            <a:r>
              <a:rPr lang="en-US" sz="3200" b="1" u="none" strike="noStrike" dirty="0">
                <a:effectLst/>
                <a:uFillTx/>
                <a:latin typeface="Aptos Display"/>
              </a:rPr>
              <a:t> IA?</a:t>
            </a:r>
            <a:endParaRPr lang="es-DO" sz="32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7925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640080" y="2967702"/>
            <a:ext cx="1092636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5400" b="1" u="none" strike="noStrike" dirty="0">
                <a:effectLst/>
                <a:uFillTx/>
                <a:latin typeface="Aptos Display"/>
              </a:rPr>
              <a:t>NOSOTROS</a:t>
            </a:r>
            <a:endParaRPr lang="es-DO" sz="5400" b="0" u="none" strike="noStrike" dirty="0"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42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5561814" y="2328421"/>
            <a:ext cx="735291" cy="230956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654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3246.tmp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ppt94D4.tmp</Template>
  <TotalTime>51</TotalTime>
  <Words>117</Words>
  <Application>Microsoft Office PowerPoint</Application>
  <PresentationFormat>Panorámica</PresentationFormat>
  <Paragraphs>70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25</vt:i4>
      </vt:variant>
    </vt:vector>
  </HeadingPairs>
  <TitlesOfParts>
    <vt:vector size="34" baseType="lpstr">
      <vt:lpstr>Aptos Display</vt:lpstr>
      <vt:lpstr>Arial</vt:lpstr>
      <vt:lpstr>Calibri</vt:lpstr>
      <vt:lpstr>Calibri Light</vt:lpstr>
      <vt:lpstr>Symbol</vt:lpstr>
      <vt:lpstr>Times New Roman</vt:lpstr>
      <vt:lpstr>Wingdings</vt:lpstr>
      <vt:lpstr>Diseño personalizado</vt:lpstr>
      <vt:lpstr>ppt3246.tmp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Amin Montero Vicente</cp:lastModifiedBy>
  <cp:revision>16</cp:revision>
  <dcterms:created xsi:type="dcterms:W3CDTF">2026-06-24T19:50:37Z</dcterms:created>
  <dcterms:modified xsi:type="dcterms:W3CDTF">2026-06-26T15:45:50Z</dcterms:modified>
</cp:coreProperties>
</file>