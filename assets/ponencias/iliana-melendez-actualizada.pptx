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sldIdLst>
    <p:sldId id="257" r:id="rId2"/>
    <p:sldId id="259" r:id="rId3"/>
    <p:sldId id="261" r:id="rId4"/>
    <p:sldId id="260" r:id="rId5"/>
    <p:sldId id="262" r:id="rId6"/>
    <p:sldId id="263" r:id="rId7"/>
    <p:sldId id="264" r:id="rId8"/>
    <p:sldId id="265" r:id="rId9"/>
    <p:sldId id="266" r:id="rId10"/>
    <p:sldId id="269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7" r:id="rId25"/>
    <p:sldId id="286" r:id="rId26"/>
    <p:sldId id="285" r:id="rId27"/>
    <p:sldId id="284" r:id="rId28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47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44EB91-2E12-4A97-997A-60FFCC33D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692B27-4AE2-41C8-9BCE-D800E7F235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20A37D-FC77-4621-A4EC-3B81F562B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6CCE30-820D-4B95-A8D3-94E659831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F9E0C3-CF29-44D1-8083-78E04AC0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934807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7711DB-F755-4765-BC34-3B32CF6FA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BE829F-3BC6-4AEF-B03F-B5B935BD0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F2206F-8EF6-4947-9745-CBD33E5C9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808C6C-1A48-47DB-A770-AD47D1D8E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A6FBF5-5C0C-471D-B986-A5CB053A3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366103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80D390-FED5-424A-8281-465994CA8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268403-9DEC-42E9-9C7D-7310F0623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E6FD0C-DD09-4695-8977-DBE7989A5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A7DE09-3487-4513-BA08-2B7102156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CAF940-DF1D-44C1-B57A-2BAD012D4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165389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1569D3-C7A8-4F50-8BCD-165453BA5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F8B53F-60FD-417B-AC70-1B12823861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DD004CA-A039-4FD3-86CC-699AC9865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012C2D-DC3A-4430-B006-CCB051AF5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B76AB33-22BD-4E8D-92A8-EC03E3374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1817BE8-AFED-4491-AA5E-74100D5ED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3271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51A8D4-3850-4EF3-AEFA-1C0F82134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3F9BA6-CF3F-4DC2-AA07-CD1646A70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9C395B1-256D-4121-89AA-428368B84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125DFF3-9B11-4363-97C3-D1D93BF0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E1552BC-FE28-4A2B-9CA5-5D22F539BB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1B2751F-8387-47A6-BEF5-66CBCC282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A318CDE-F8AB-4079-9359-8CB593A1B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A268172-5472-4CEF-B3FB-0A5977FBB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261459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A461DE-B172-4324-AF2B-A5A89A7D2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F30B0CC-D593-4A07-99C4-4022EEDB3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2D65562-5A63-4AEA-8BA6-ED8D66CAC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86664D6-F2AE-4F56-B820-D0E914968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99218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C5EBE64-AD53-48EB-B163-82EDD2B2A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4FBE285-64BE-4231-8019-46378F8B3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CDD714-26FC-4843-AFDA-3BC85D95A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147353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1B005-1DE8-4C19-ADD8-6EE2E1EFB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2B76A2-B1BA-452F-BF80-EEEADD4F3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F4530B2-DCDD-465B-A96B-8385F7DF1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350F191-9C61-4F14-9BC2-E2D42340A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10BB4C6-2807-4F09-9E91-0F2B89394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465DC2-6423-4C03-A0D0-F4F266A3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330008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5FE87B-77DB-4742-B3D6-68BC51D7F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FD0159B-9BC1-4668-A649-2B5B6944AD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ED070C6-6E26-4C7B-87AE-A43F99B3C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74CAFF-1D1E-4FFB-B3E5-B0A34D059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B6073CA-8B3B-43D2-920F-9243FD01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A9E799A-F809-4DC3-BCDC-FF7B8B117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126894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594B4E-7580-469D-882D-761B0B50E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BDD7BB-C529-4F83-9E57-9C03244E1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66B8C2-A473-4F26-BF9C-738DB0B3C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CD2DD5-8941-4667-8DCA-08B88981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431671-FAD4-45DF-BDD0-857B55721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417885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D970D5-569A-4F16-8F2F-D22B88B7F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0EF8F10-B96F-483C-BC8F-193F82F31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652D0C-DCC1-40B4-8A1F-8E2BC3AD4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A0B6A8-D5AA-411C-B354-7C3783763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AF0435-9F3B-44DE-AF60-2D09D66D5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464201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E3DD8E9-6452-49EB-B6BD-99798A8F7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4CEA81-30BC-4163-8835-5565F2F3A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08B0ED-D486-4D81-81CA-79B2B1202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F422E-2574-49D2-B1FC-7CD9AC79A322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85D30E-914D-410E-8090-5DB0DA8959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6D81C1-66CA-46E1-9A6E-986EBA4B7E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85EAB9D-1EC8-4FFE-BF0A-E74AAAA8E6A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93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41BF613-4736-483B-B339-25C7C2871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" y="0"/>
            <a:ext cx="121760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408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3" y="509047"/>
            <a:ext cx="12016510" cy="579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827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4" y="527901"/>
            <a:ext cx="12002226" cy="581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744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7" y="508000"/>
            <a:ext cx="12007274" cy="584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146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39353" y="518473"/>
            <a:ext cx="13633943" cy="713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274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9" y="518474"/>
            <a:ext cx="11992991" cy="582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215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41" y="546755"/>
            <a:ext cx="12009749" cy="577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329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41" y="526473"/>
            <a:ext cx="12014795" cy="581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108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41" y="508000"/>
            <a:ext cx="11996324" cy="584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28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9" y="509047"/>
            <a:ext cx="11983563" cy="5854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956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7" y="517236"/>
            <a:ext cx="12002036" cy="580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905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7" y="537328"/>
            <a:ext cx="12011464" cy="577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369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4" y="526473"/>
            <a:ext cx="12011652" cy="580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200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6" y="110836"/>
            <a:ext cx="11993180" cy="622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318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7" y="527900"/>
            <a:ext cx="12011463" cy="5808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187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4" y="509047"/>
            <a:ext cx="12033459" cy="586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6609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489527"/>
            <a:ext cx="11983563" cy="580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186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95" y="490194"/>
            <a:ext cx="12014414" cy="583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047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9" y="526472"/>
            <a:ext cx="11992991" cy="573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6748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4" y="554181"/>
            <a:ext cx="11992800" cy="578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7915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91" y="556181"/>
            <a:ext cx="12011272" cy="5797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2091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5" y="535709"/>
            <a:ext cx="11998035" cy="576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7070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5" y="575035"/>
            <a:ext cx="12029935" cy="575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9064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3" y="518474"/>
            <a:ext cx="11992799" cy="580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0801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4" y="544944"/>
            <a:ext cx="11998036" cy="579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6672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3" y="509810"/>
            <a:ext cx="12020889" cy="577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8854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7" y="546756"/>
            <a:ext cx="12020889" cy="577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460898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ppt94D4.tmp</Template>
  <TotalTime>90</TotalTime>
  <Words>0</Words>
  <Application>Microsoft Office PowerPoint</Application>
  <PresentationFormat>Panorámica</PresentationFormat>
  <Paragraphs>0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User</dc:creator>
  <cp:lastModifiedBy>Amin Montero Vicente</cp:lastModifiedBy>
  <cp:revision>35</cp:revision>
  <dcterms:created xsi:type="dcterms:W3CDTF">2026-06-24T19:50:37Z</dcterms:created>
  <dcterms:modified xsi:type="dcterms:W3CDTF">2026-06-30T21:10:36Z</dcterms:modified>
</cp:coreProperties>
</file>