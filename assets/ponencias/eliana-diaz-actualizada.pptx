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313" r:id="rId3"/>
    <p:sldId id="258" r:id="rId4"/>
    <p:sldId id="326" r:id="rId5"/>
    <p:sldId id="325" r:id="rId6"/>
    <p:sldId id="318" r:id="rId7"/>
    <p:sldId id="317" r:id="rId8"/>
    <p:sldId id="319" r:id="rId9"/>
    <p:sldId id="320" r:id="rId10"/>
    <p:sldId id="316" r:id="rId11"/>
    <p:sldId id="321" r:id="rId12"/>
    <p:sldId id="322" r:id="rId13"/>
    <p:sldId id="311" r:id="rId14"/>
    <p:sldId id="310" r:id="rId15"/>
    <p:sldId id="324" r:id="rId16"/>
    <p:sldId id="299" r:id="rId17"/>
    <p:sldId id="301" r:id="rId18"/>
    <p:sldId id="305" r:id="rId19"/>
    <p:sldId id="260" r:id="rId20"/>
    <p:sldId id="315" r:id="rId21"/>
    <p:sldId id="323" r:id="rId22"/>
    <p:sldId id="309" r:id="rId23"/>
    <p:sldId id="327" r:id="rId24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7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226F2-FC26-D234-4A2F-5526ADFC4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DE592D-7C6C-C6E8-8415-9386EC2B7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004EFC-3430-4C7B-DF28-F062092A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4B1AB4-9CAF-1E94-CF36-2435BCC9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EF1CAF-47A0-8C31-4842-D9615EB9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371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95371-19B3-25B5-E417-F74180BD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78EF90-F91D-DCAB-B439-31ED9BF78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6A793-34AD-B1DD-D5B0-B40FAB8F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1E60AE-C62F-58A4-47A0-F790F4B7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CA819D-0791-15D8-C3CF-181ED454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5951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46CDD-8220-191C-C6F3-1A85BD06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C9F03A-75B6-4D19-F75F-3ABEF5C6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10004-0F62-B1D9-88D5-BDB8C42C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77180B-C4C2-CD62-C06F-523439EF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6C201C-1B4F-A84B-773A-F57955D7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7111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E6177-B978-EFA9-E95E-8D06D4C8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695298-CFB1-3A3E-A5BF-FBC56E6A9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6B5478-A721-AB7F-FC8C-0E4D0751C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D5B01C-D0E5-C8EC-7FC8-B1BAA46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7C02B-D47E-9DC9-1C4B-8FA436BD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175A64-6D2F-853D-E462-86B75876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0667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1A745-FC3B-834D-35B4-1235E722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EAFC6-D4C1-F145-CD5F-DD3EA7610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9AE6BC-D576-6E57-7316-3A89A1584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7B739B-1271-C6E3-D86A-1B40CD4DE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4FB659-B0E9-AFC7-88A9-9C617120F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61424-36E2-83F2-250D-AC783077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993DCD-06B4-6A03-269C-6168DA1D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7C718B-21FE-1BA7-8969-8A90C187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4788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2285F-B88A-4FE2-FE34-2E6A5FCAB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DD934D-C9D2-4066-056D-9BA2C6EC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398AB7-0875-1798-0560-3CE51D2E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4E0A46-5ACB-160F-7ACE-B316650A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9454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F0737EC-C3AD-1602-D80D-0E1BF7B1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34770A-02E8-AE48-D00D-3A6D6583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D37FA-D7D6-C4BE-C3AB-C2EA9AEE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9467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27F6-3D66-F179-E0CD-ED93F95E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A4A1FA-4094-CA0C-9234-1C26F4E6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BE85C5-FD04-1EC9-CD04-B686CE5F7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241BE5-50D4-3C68-A021-4C4A7F44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5D1B86-8C5B-1AD9-29C5-863B6985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8E5025-86A4-7C73-5D0A-E3C2C286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55557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5335C-42A4-2809-1A00-6D9C8F13E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A361AD-8A51-7D71-996C-0B38E3E7B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3A2CE5-2F4D-6142-2708-9F6C3B680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275831-DFF0-D249-594D-C88368BB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6A9522-D7D6-1D0B-6228-6512C36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E5E0D4-B080-B917-A29A-AB00480B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4389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51FD1-7286-08F3-12A5-9158F09D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B2C1F2-2EDF-E790-6C0A-81F2E0B0C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64A98-DED2-454D-6950-CA776258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CA14E-759F-DEC9-1900-185699D7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9D2BB-6F3A-B1A1-67A9-874E733B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3539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98B08E-96AC-BD75-7AC9-CC5313A97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59FE83-3825-16A5-17BA-C7E8AE376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E572E-9B6E-8C06-F788-39FBC551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6BDFC7-3CAE-CA16-3F56-DD559FE7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C4746C-C07A-C7F4-E019-2A449282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1216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1EC4C4-4A18-CACB-FF81-43B8DCB18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0068CC-707B-FA1C-91C7-EA3E5C6B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3737F-DF06-0757-B72D-EF28685EA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5393A-BCA2-104F-8511-DF13C0E22EF9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16A4D-07BD-9475-CE7D-8112A0425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4FEB82-EDB6-EACF-1C81-C9AAB0AB2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01975-6708-4F40-BC29-251747F44E1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8979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C4C2-0C9F-6E99-EB5B-2837CC8E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02D2B-0C8C-D22D-37A7-EECA1703F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242930-A0D5-2CE5-1027-77C2871B3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A78B48-7E15-9D87-4DDA-852CA75FD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333E12C-6F11-269C-539A-C5FE3B39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311" y="738799"/>
            <a:ext cx="9862802" cy="55423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CE3BFF-7D30-F987-65AE-E8A58EA2F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6" y="3255962"/>
            <a:ext cx="1541420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1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B670-6CC5-5323-D605-E3BAE064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C3DE2-45EE-7C42-AAA9-306AFC0FB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18C57B-31CC-77C6-4060-A043FF0F8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D13CB2-9A34-BCFA-8C42-F432AC00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235A1B-D95C-DB37-4486-55CB5A9B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38" y="116495"/>
            <a:ext cx="9775971" cy="65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5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E467-6315-7DA1-ABF6-DAF6AB31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21AC7-4983-E7CD-6E18-74CFD0E91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9A949A-C2A6-FD88-6354-8586F53A24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49A8F2-3458-0F84-9091-8C622EFF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416279E-614D-0FAA-220B-B4DC1096A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615777"/>
            <a:ext cx="10220325" cy="566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7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5470-020E-5F70-8616-BFFA3C03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3776D-9B55-D899-7295-57B14BD7A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35AE98-D44D-4975-35B5-16428CCFE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D3C848-7812-0424-6802-405D84F5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AF9B16A-0CF4-5944-82AF-2585B69F4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56" y="564683"/>
            <a:ext cx="9094093" cy="607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9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DE2A-24AA-9E16-DEE0-DD3144B6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1E891-4C2B-18CD-598A-E8DCB67B7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7209C3-74CB-2424-FF0D-19130F6C39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7BD2E3-CDFE-0FF7-69E2-19C37D319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585BACC-4EB7-7D2D-45E6-55299621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887" y="730409"/>
            <a:ext cx="8840226" cy="574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2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4F61-0A16-48F1-B5A5-1705D2B9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A6D11-9B08-5564-F1B6-F0347766D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F48077-11FA-2B9D-206E-CCF91A2F2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8C3BFA-D33C-FDFD-9F1E-C21635FA6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E60F01C-54E5-0E02-EB2C-2C1137E0B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67" y="759619"/>
            <a:ext cx="1067916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9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F92B-9CFB-C279-BCF2-6E2CDACB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396D4-DA09-9524-0A7E-6DA31326F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D33E42-8A2A-D29A-11F1-D456CE91FF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3724AA-BFF6-1C85-DBD5-2C0D8B49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05A6960-6B7E-31D5-343C-C98D124D8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187" y="442913"/>
            <a:ext cx="8866626" cy="574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2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3B52-51A9-7AE9-9AC7-18DFD467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0C476-8764-6945-913C-4434210DE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41C92-9494-1714-D251-C426C2624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28C8C3-C473-0B46-29F9-0DFAF4C9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F45A110-7D7B-7A04-3EAE-81BE44387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4" y="545767"/>
            <a:ext cx="9405937" cy="61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37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05DB-1C3E-6446-D3FC-64A8D393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2531A-FE26-F5A8-C70F-5DC55B63F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A95C4-EDEF-CD92-6A09-960F8ECF2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DC8CD2-8474-C481-3598-EA31ED371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9AFAC21-0B72-7937-8507-517CA783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12" y="305088"/>
            <a:ext cx="8529637" cy="624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7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BEBC-03D9-4DB8-D6B0-1936CDF9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F0880-D59D-296B-F4C7-E04A07DCF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F0FC09-0691-504B-19EF-C3AE08323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D08F0D-DFDE-1B41-9946-1A69583DD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B17C6E-F447-7803-943F-786A3E3EF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85" y="864394"/>
            <a:ext cx="10438397" cy="51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B34C-FDBD-ABBC-EFC3-4340687E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E65D6-1C43-8C3B-7927-ABBDD4EED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7EAC42-DD5A-9C22-92B0-A677F66C4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C27734-F424-065C-51ED-0690A317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71C3AF-5484-984D-E33D-DB5E5C754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953842"/>
            <a:ext cx="10291762" cy="521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1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59E6-EF1E-4488-A9EE-41DEAA9A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F4484-8C23-8F22-4FAF-BA9670C735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310589-2738-1826-D001-EEE756E3B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FA066-C93C-A854-EBF0-1CCCC00F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47779C-8836-C98D-03AD-6D69B305C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77" y="880269"/>
            <a:ext cx="10134245" cy="544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0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DCB86-2346-9147-AFE5-F34B39D7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BF486-CFB8-A4D6-8AF5-CAD400467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D6D032-0CA3-B635-82C9-0F744AF2DF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509E7C-2E4C-8FA1-7E25-44BC4793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73686B5-ABEF-9CF9-303E-A8157D23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744225"/>
            <a:ext cx="10125395" cy="55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80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1AA3-42CC-1A1C-E6DE-E9B882BE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65751-5DF1-0B63-3A43-62DDA2FB2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66B062-1BA6-014E-8451-A34E286FF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65491B-C589-C0A4-5516-F7045DA52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3B2D4B6-23F3-A426-AE2E-4DFB18621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650640"/>
            <a:ext cx="10177462" cy="571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3256-9A87-C80A-D543-06EE4CEB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A6BCB-EDD2-17B4-9F58-2F452AA55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C9019D-CC63-97D3-2109-8529348816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701487-7C50-D4CE-1831-F6A0D7BDA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0B1DD26-F156-29BD-2D98-A265B8DED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907127"/>
            <a:ext cx="10543391" cy="532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3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FD71-0A39-EFAE-4FBC-3BE496D2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3E93E-D124-68E8-72C3-2EB9B099E1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FE4E7C-A948-66C2-7450-2F5577508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E1C568-D7DA-1E1A-F537-A7D01FF0B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6E8656F-0BA4-78BC-71E0-CF410D3B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35" y="971550"/>
            <a:ext cx="10982566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53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62EB-C833-F515-9800-9EB4AE9C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74290-3C6F-C27D-D1C6-EF79355F27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A173CD-FD04-3401-B207-44C1E722DE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4D80CF-3432-0560-B48F-B15A5CF8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DE0C1E-6259-2A63-68E8-5D9CB9E00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175682"/>
            <a:ext cx="11787187" cy="650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084E-7AE6-AED2-E917-E8170FB6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35651-4E51-2748-EB7C-874D3D19FB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6EF144-0DB3-C257-390E-C66FF73D9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5D9C9A-D684-41D4-CC45-5DF70959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09AAE27-5D4B-8979-1E88-AABC63E26853}"/>
              </a:ext>
            </a:extLst>
          </p:cNvPr>
          <p:cNvSpPr/>
          <p:nvPr/>
        </p:nvSpPr>
        <p:spPr>
          <a:xfrm>
            <a:off x="388254" y="4506515"/>
            <a:ext cx="11415491" cy="44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2731AE-635C-BD3B-4A6A-58ADC5FF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27" y="1498601"/>
            <a:ext cx="1105254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86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B5FEA-7903-54F4-7DFE-B2DF7687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D0526-F42E-916F-45A6-04A91290C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C1FD6F-D428-C189-C7AF-215685E0D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FFD111-C496-6CA4-D06A-774928E5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576"/>
            <a:ext cx="12192000" cy="685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8D325FF-971D-783C-2324-678B45CC1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635000"/>
            <a:ext cx="6176963" cy="184399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BB12848-3DFA-9F89-F658-87340ED92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3" y="2571067"/>
            <a:ext cx="6867525" cy="19020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387BD4D-E02B-24AD-CC34-DEBB6E25F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62" y="4507029"/>
            <a:ext cx="7772400" cy="2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09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84CC-F1ED-5D3C-AE32-5A2675F62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3769E-1B6E-7D7D-6747-8CFF0E8CC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536312-5E22-45D1-9C42-DF4890047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DD1699-4E6A-C233-5447-D7720FAD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3477B5-DF6F-9BE6-894F-30FD10CDE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719154"/>
            <a:ext cx="5711862" cy="17620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F6616A5-E2B3-A4F7-01B9-A17F544ED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6" y="4594224"/>
            <a:ext cx="5711863" cy="17620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979D3E-50E9-7A97-DC4F-CD2B4F7C4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055" y="2503523"/>
            <a:ext cx="7066778" cy="209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1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5BDA-8EEC-F210-2E24-45783616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043CD-A350-76CD-9A39-1AA1463A4F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DCB72D-A5CF-B9F6-1BD7-FF581D0045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82010D-680B-139D-E8A2-D3D9F1AA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BF82153-02E8-3799-08C0-0F59FD44BFAD}"/>
              </a:ext>
            </a:extLst>
          </p:cNvPr>
          <p:cNvSpPr/>
          <p:nvPr/>
        </p:nvSpPr>
        <p:spPr>
          <a:xfrm>
            <a:off x="388254" y="4506515"/>
            <a:ext cx="11415491" cy="44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DAF72AB-CFD8-B5A0-7C73-54F3A38DF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88" y="1600200"/>
            <a:ext cx="11109757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59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6C93-14B6-107D-1571-1386B290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66FBF-5FF3-922E-8C20-6C99789E2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868A3E-CD10-1F77-7CE2-0950BC865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A09F61-61BB-4A8F-FCAE-6F992BEF4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E02C036-1AB8-56A3-0A32-451425CD0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2" y="670537"/>
            <a:ext cx="9901238" cy="551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23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DD97-6A68-745A-7894-10337CC8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E9E2C-92B8-648D-FFAF-9495C9229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19245-0218-872B-EE7B-F0B3E925A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DF74E2-7637-7548-8913-470AC585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E60E140-4884-E75C-FD59-7663E089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82508"/>
            <a:ext cx="7772400" cy="529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63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0</Words>
  <Application>Microsoft Office PowerPoint</Application>
  <PresentationFormat>Panorámica</PresentationFormat>
  <Paragraphs>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Franklin Robles</dc:creator>
  <cp:lastModifiedBy>Amin Montero Vicente</cp:lastModifiedBy>
  <cp:revision>29</cp:revision>
  <dcterms:created xsi:type="dcterms:W3CDTF">2026-06-25T20:35:29Z</dcterms:created>
  <dcterms:modified xsi:type="dcterms:W3CDTF">2026-06-26T16:19:29Z</dcterms:modified>
</cp:coreProperties>
</file>